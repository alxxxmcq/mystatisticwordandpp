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7" r:id="rId1"/>
  </p:sldMasterIdLst>
  <p:notesMasterIdLst>
    <p:notesMasterId r:id="rId14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8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64" autoAdjust="0"/>
    <p:restoredTop sz="94070" autoAdjust="0"/>
  </p:normalViewPr>
  <p:slideViewPr>
    <p:cSldViewPr snapToGrid="0">
      <p:cViewPr varScale="1">
        <p:scale>
          <a:sx n="77" d="100"/>
          <a:sy n="77" d="100"/>
        </p:scale>
        <p:origin x="13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EE6B6-5D61-40ED-9AD8-BBAAB708A29C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8AE37-CCB3-4251-BDA7-63C2C6DF0E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03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CDF79-7F47-40AF-8AE4-BF091787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D9C8E2-D0E0-4691-9C16-850CD6BD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F513A-04FF-4832-8E0A-BF35FEBF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D3672B-22D5-4EA4-B4FB-9FF8F160D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59BAE0-ED5F-4BF2-9273-2C342A85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3FCC9B-AF42-40B7-BE90-6AF0F1935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E9877-8C0C-4A1C-B242-832AE76D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870BF-92E7-4F23-9797-31701361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FA47B4-5D72-40BD-9FC9-294AD571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610B89-FBC2-4CFB-BD5E-6265F52A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85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13B997-99D4-4CC4-A040-EEDF01B9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29DD27-117C-4973-8F91-1395B144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8B88C-D264-44DF-9319-4D6B90E4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96D805-FA9F-4E82-AE4F-AD71C519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63EA7-CD11-4F57-8826-6425231D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08E7F-1388-4AD7-8FE7-AFFB1F8A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AECFC-306A-4548-A81B-144AC5D3A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94844-1F4F-4B23-8448-5839B9E0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753B0A-63C8-41B4-A914-923EC869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77FA8E-1994-4FCD-B419-EDDF9B5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65EA3F-35EF-45BC-BD42-54A2EDEE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6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2965-A0B4-4A5C-8588-C5BD6A41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68769C-40FE-46F9-8A0D-576DDDEE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27DC0-D2A0-4867-90E8-8A410E557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CB7FDF-5CEF-462E-9784-D3351BD6F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ADA772-195F-4CD9-AF30-B97A97AF5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70DFE5-4B2C-4138-91CF-ED2C59E4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B53ECC-4AC2-4B27-9749-053C1446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B8563A-11AF-4B88-BA42-C8CE67CB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58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84619-141E-439A-A906-5E765728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96285C-F925-4E60-B411-77F536F2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3382A-E3B9-4F39-A981-D40D8570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E45A57-235E-4D0C-9F19-1DC8223F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8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3EC3895-6461-49D8-92C3-805432C4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47659-A454-449C-845F-917A2C5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A28733-F704-418A-8F11-312531CB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943FC-64FA-4F76-A291-F717BCA1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E4A0-0369-4409-8213-79FF0C735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DA66F0-7DB7-4372-9F80-B6BACF1BB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E5F11C0-9319-45BB-BDB6-0660E84A3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C4375B-B97A-4388-9FFB-7E54E1D8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A227-46A0-49E9-9B44-C829DD54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8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6F6C6-606A-48E7-93BB-3652214B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5596B1-5C7D-4B23-A266-70DBDAC7F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DD1CE3-823A-41D0-8B07-D86F22C57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F8BD61-C0A6-443E-BA9A-163E17CB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7D31E-33BC-45EA-9301-585DC714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60B6C2-C750-4FF4-BFB6-6441216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179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4DCA-1C8B-40E3-BE70-828B62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5C3595-C932-4A40-97DE-47E76E4A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4BFE6B-9542-4190-8AA7-4C730DC1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2A41E-A1A3-4C06-86DD-D1B0804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EA9DEA-C934-4923-BFB7-3FB1055A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1BA69-4655-43B1-80C0-B055FE057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4B0885-0514-4FE1-A88F-7A145394F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9918DF-48DA-4209-870C-43FA4D04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B0161-64A5-4681-BED3-3A5D2C63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35047-AB13-4273-8AF6-DDFB049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369A-0C92-4854-B1BF-8514979B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CA0576-5858-4945-AA58-26614725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BBC22-0E09-4C3A-AA03-9074D9773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10/22/2026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02B4D3-5AF9-499D-9C65-FF96C17BB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1152BB-6AA5-4DCA-B876-72235A50E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144000" cy="1324547"/>
          </a:xfrm>
        </p:spPr>
        <p:txBody>
          <a:bodyPr>
            <a:normAutofit fontScale="90000"/>
          </a:bodyPr>
          <a:lstStyle/>
          <a:p>
            <a:pPr marL="76200" indent="457200" algn="ctr"/>
            <a:r>
              <a:rPr lang="ru-R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Отчет в виде презентаций</a:t>
            </a:r>
            <a:br>
              <a:rPr lang="ru-RU" sz="2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</a:t>
            </a:r>
            <a:r>
              <a:rPr lang="ru-RU" sz="27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дисциплине Разработка мобильных приложений </a:t>
            </a:r>
            <a:br>
              <a:rPr lang="en-US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Мобильное приложение для футболистов «Моя статистика»</a:t>
            </a:r>
            <a:endParaRPr lang="ru-RU" sz="27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394407" y="5442686"/>
            <a:ext cx="3769189" cy="54410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Погорелов Алексей Евгеньевич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69E0AC8D-41EB-4B15-9496-7DDEAE585766}"/>
              </a:ext>
            </a:extLst>
          </p:cNvPr>
          <p:cNvSpPr txBox="1">
            <a:spLocks/>
          </p:cNvSpPr>
          <p:nvPr/>
        </p:nvSpPr>
        <p:spPr>
          <a:xfrm>
            <a:off x="6092303" y="5986794"/>
            <a:ext cx="6099697" cy="54410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indent="457200"/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Обучаюсь </a:t>
            </a:r>
            <a:r>
              <a:rPr lang="ru-RU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специальности </a:t>
            </a:r>
            <a:r>
              <a:rPr lang="ru-RU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6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  <a:r>
              <a:rPr lang="ru-RU" sz="64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53-02</a:t>
            </a:r>
            <a:endParaRPr lang="ru-RU" sz="6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1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54097" y="133165"/>
            <a:ext cx="3950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33" y="1109709"/>
            <a:ext cx="50780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Цель проекта: </a:t>
            </a:r>
          </a:p>
          <a:p>
            <a:r>
              <a:rPr lang="ru-RU" dirty="0"/>
              <a:t>разработать мобильное приложение для учёта личной футбольной статистики, результатов матчей и выполнения месячной цели по голам. </a:t>
            </a:r>
          </a:p>
          <a:p>
            <a:endParaRPr lang="ru-RU" dirty="0"/>
          </a:p>
          <a:p>
            <a:r>
              <a:rPr lang="ru-RU" b="1" dirty="0"/>
              <a:t>Задачи работы:</a:t>
            </a:r>
          </a:p>
          <a:p>
            <a:r>
              <a:rPr lang="ru-RU" dirty="0"/>
              <a:t>1)Сначала я выбрал среду разработки Android S</a:t>
            </a:r>
            <a:r>
              <a:rPr lang="en-US" dirty="0"/>
              <a:t>tudio и язык п</a:t>
            </a:r>
            <a:r>
              <a:rPr lang="ru-RU" dirty="0"/>
              <a:t>р</a:t>
            </a:r>
            <a:r>
              <a:rPr lang="en-US" dirty="0"/>
              <a:t>о</a:t>
            </a:r>
            <a:r>
              <a:rPr lang="ru-RU" dirty="0"/>
              <a:t>граммирования Kotli</a:t>
            </a:r>
            <a:r>
              <a:rPr lang="en-US" dirty="0"/>
              <a:t>n.</a:t>
            </a:r>
          </a:p>
          <a:p>
            <a:r>
              <a:rPr lang="en-US" dirty="0"/>
              <a:t>2)</a:t>
            </a:r>
            <a:r>
              <a:rPr lang="ru-RU" dirty="0"/>
              <a:t>Затем настроил локальное хранение профиля и матчей с помощью SharedPreferences.</a:t>
            </a:r>
          </a:p>
          <a:p>
            <a:r>
              <a:rPr lang="ru-RU" dirty="0"/>
              <a:t>3)Далее создал три экрана: профиль со статистикой, добавление матча и и</a:t>
            </a:r>
            <a:r>
              <a:rPr lang="en-US" dirty="0"/>
              <a:t>сторию.</a:t>
            </a:r>
            <a:r>
              <a:rPr lang="ru-RU" dirty="0"/>
              <a:t> Настроил удаление записей и месячную цель по голам.</a:t>
            </a:r>
          </a:p>
          <a:p>
            <a:r>
              <a:rPr lang="ru-RU" dirty="0"/>
              <a:t>4)В конце я подготовил отчёт и презентацию для демонстрации своего приложения.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6B76AC-DD32-FB93-49F6-17021AC66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039" y="771501"/>
            <a:ext cx="3065003" cy="306500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968027-4E3D-FB69-9DE5-681E17806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48" y="3765047"/>
            <a:ext cx="5231752" cy="261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3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299" y="62144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Немного про хранение данных и аспекты проекта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104" y="1362914"/>
            <a:ext cx="2961924" cy="48562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635" y="2119351"/>
            <a:ext cx="63386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хранения небольшого количества информации приложение использует SharedPreferences. Список матчей сохраняется в JSON, а профиль и месячная цель — в отдельных настройках.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 FootballMatch описывает матч, MatchStorage загружает список, добавляет новые записи и удаляет выбранные матчи.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работает локально, без подключения к интернету.</a:t>
            </a:r>
          </a:p>
        </p:txBody>
      </p:sp>
    </p:spTree>
    <p:extLst>
      <p:ext uri="{BB962C8B-B14F-4D97-AF65-F5344CB8AC3E}">
        <p14:creationId xmlns:p14="http://schemas.microsoft.com/office/powerpoint/2010/main" val="8774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12054" y="186432"/>
            <a:ext cx="3950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373" y="1133356"/>
            <a:ext cx="464302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начала создаём основу приложения: классы Kotlin, XML-разметку экранов и общие ресурсы оформления. Разделяем файлы по назначению, чтобы было удобно изменять код.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Справа показан скриншот структуры проекта в Android Studio.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 приложения: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1)MainA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ctivit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— профиль и о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бщая ста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тистика.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tchActivity — форма добавления матча.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3)HistoryActi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vity — 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стория с удалением записей.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4)MatchS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torage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локальное хранение матчей.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nager — месячная цель. Файлы в res/layout описывают экраны, bg_card.xml задаёт фон карточ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383" y="1481717"/>
            <a:ext cx="3400900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5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(страница Профиля)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373" y="1488463"/>
            <a:ext cx="46430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начала разберём профиль футболиста.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главном экране пользователь вводит имя, номер на футболке и выбирает игровую позицию.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Кнопка «Сохранить профиль» записывает данные в SharedPreferences на устройстве.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коде предусмотрены проверки: имя должно быть заполнено, номер должен быть от 0 до 99.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повторного запуска приложен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ие загруж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ает сохранённый профиль. Код разделён на понятные методы, а комментарии объясняют основные действия.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365" y="1062284"/>
            <a:ext cx="5475813" cy="513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5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(добавление матча)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4601" y="1905713"/>
            <a:ext cx="46430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экране добавления пользователь указывает дату, соперника, счёт обеих команд, личные голы, ассисты и минуты на поле. Дата выбирается в календаре.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действия доступны по кнопкам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«Сохранить матч» и «Отмена».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сохранением проверяем заполнение полей и числа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 Успешное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возвращает пользователя на главный экран.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067" y="1145483"/>
            <a:ext cx="3491868" cy="523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4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(страница Вывода данных)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112" y="1896835"/>
            <a:ext cx="46430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главном экране отображаются общие показатели: число матчей, голы, ассисты, минуты, среднее количество голов за матч и процент побед. Здесь также находятся кнопки добавления матча и перехода в историю.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Победой считается матч, в котором наша команда забила больше соперника.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добавления или удаления матча приложение пересчитывает показатели. Если матчей нет, значения равны нулю.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813" y="952804"/>
            <a:ext cx="3662663" cy="539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(история матчей)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112" y="1896835"/>
            <a:ext cx="46430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странице истории можно посмотреть все сыгранные матчи, расположенные по дате от новых к старым.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Карточка показывает соперника и итоговый счёт.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видны результат матча, личные голы, ассисты и минуты на поле.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нажатии на карточку появляется подтверждение удаления. После удаления записи общая статистика и прогресс цели пересчитываются.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588" y="1094807"/>
            <a:ext cx="3591247" cy="522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9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 приложения (цель на месяц)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4601" y="1541494"/>
            <a:ext cx="46430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главном экране также находится месячная цель.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окне настройки пользователь указывает коли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чество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голов, выбирает месяц и год.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GoalManager подсчитывает личные голы в матчах выбранного месяца.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Полоска прогресса показывает выполнение цели. При достижении появляется соответствующее сообщение.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Матчи других месяцев не учитываются. После добавления или удаления записи прогресс обновляется. Если цель превышена, полоса остаётся на 100%.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853" y="1011099"/>
            <a:ext cx="3392877" cy="524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00831" y="62145"/>
            <a:ext cx="3950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6422" y="6488668"/>
            <a:ext cx="28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018" y="1737216"/>
            <a:ext cx="46430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заключение я хотел бы подвести итоги проделанной работы. Я разработал приложение для учёта личной футбольной статистики. В нём доступны профиль, добавление матчей, история с удалением и месячная цель. Данные сохраняются на устройстве, а общие показатели и прогресс обновляются автоматически.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718" y="1030484"/>
            <a:ext cx="3949603" cy="51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7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6E7426-905D-DEA2-16D7-F1559ACD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9301B-E064-F1B4-6492-78C3C7606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7152" y="2523743"/>
            <a:ext cx="9144000" cy="1324547"/>
          </a:xfrm>
        </p:spPr>
        <p:txBody>
          <a:bodyPr>
            <a:normAutofit fontScale="90000"/>
          </a:bodyPr>
          <a:lstStyle/>
          <a:p>
            <a:pPr marL="76200" indent="457200" algn="ctr"/>
            <a:r>
              <a:rPr lang="ru-RU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Отчет в виде презентаций</a:t>
            </a:r>
            <a:br>
              <a:rPr lang="ru-RU" sz="27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 </a:t>
            </a:r>
            <a:r>
              <a:rPr lang="ru-RU" sz="27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дисциплине Разработка мобильных приложений </a:t>
            </a:r>
            <a:br>
              <a:rPr lang="en-US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7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Мобильное приложение для футболистов «Моя статистика»</a:t>
            </a:r>
            <a:endParaRPr lang="ru-RU" sz="27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ACC8C9-6389-E236-689A-EE6C54B2A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4407" y="5442686"/>
            <a:ext cx="3769189" cy="54410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Погорелов Алексей Евгеньевич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B06AB334-0D1A-1C59-D3C6-0C737CD8C1AF}"/>
              </a:ext>
            </a:extLst>
          </p:cNvPr>
          <p:cNvSpPr txBox="1">
            <a:spLocks/>
          </p:cNvSpPr>
          <p:nvPr/>
        </p:nvSpPr>
        <p:spPr>
          <a:xfrm>
            <a:off x="6092303" y="5986794"/>
            <a:ext cx="6099697" cy="54410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0" indent="457200"/>
            <a:r>
              <a:rPr lang="ru-RU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Обучаюсь </a:t>
            </a:r>
            <a:r>
              <a:rPr lang="ru-RU" sz="5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специальности </a:t>
            </a:r>
            <a:r>
              <a:rPr lang="ru-RU" sz="5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09.02.07 Информационные системы и программирование</a:t>
            </a:r>
          </a:p>
          <a:p>
            <a:pPr>
              <a:lnSpc>
                <a:spcPct val="150000"/>
              </a:lnSpc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6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  <a:r>
              <a:rPr lang="ru-RU" sz="64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53-02</a:t>
            </a:r>
            <a:endParaRPr lang="ru-RU" sz="6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07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6A5C80-82EB-3E5C-5AAA-D6E24EAE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50" y="1257299"/>
            <a:ext cx="7717499" cy="43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2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9F4CC347-29A3-4293-864F-E25A6E169458}" vid="{F86C687B-A777-40CC-9C0C-5B47488FAB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7633</TotalTime>
  <Words>746</Words>
  <Application>Microsoft Office PowerPoint</Application>
  <PresentationFormat>Широкоэкранный</PresentationFormat>
  <Paragraphs>67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Тема1</vt:lpstr>
      <vt:lpstr>  Отчет в виде презентаций по дисциплине Разработка мобильных приложений  Тема: Мобильное приложение для футболистов «Моя статистика»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  Отчет в виде презентаций по дисциплине Разработка мобильных приложений  Тема: Мобильное приложение для футболистов «Моя статистика»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creator>Погорелов Алексей Евгеньевич</dc:creator>
  <cp:lastModifiedBy>Никита .</cp:lastModifiedBy>
  <cp:revision>136</cp:revision>
  <dcterms:created xsi:type="dcterms:W3CDTF">2023-01-30T07:02:12Z</dcterms:created>
  <dcterms:modified xsi:type="dcterms:W3CDTF">2026-10-22T03:49:15Z</dcterms:modified>
</cp:coreProperties>
</file>